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2026 경기도 공유학교 · 인공지능 기초  ·  4회차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비지도학습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"정답이 없어도 배울 수 있다 — 비슷한 것끼리 묶고, 핵심만 남기기"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오늘: 정답 없는 학습이란 → k-means로 무리 찾기 → k 정하기 → 계층적·DBSCAN·PCA → 목적에 맞는 기법 고르기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실습: Colab에서 학생 150명의 생활 데이터를 3가지 유형으로 나누고 이름 붙이기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결과물: 군집 이름 3개 + 근거(군집별 평균표) + 상황별 기법 선택 이유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 50분 + Colab 실습 55분 + 정리·평가 15분 — 성취기준 [인일 03-02] 비지도 학습의 특성과 알고리즘 종류를 파악하여 목적에 맞는 학습 기법을 선정한다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비지도학습이 지도학습과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어떻게 다른지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설명한다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k-means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의 원리를 이해하고 Colab에서 실행한다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엘보 곡선·실루엣 점수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군집 개수 k를 정한다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PCA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변수 6개를 2차원 그림으로 줄여 본다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데이터 모양·목적에 맞는 기법을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근거를 들어 고른다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1800000"/>
        </p:xfrm>
        <a:graphic>
          <a:graphicData uri="http://schemas.openxmlformats.org/drawingml/2006/table">
            <a:tbl>
              <a:tblPr firstRow="0" bandRow="0"/>
              <a:tblGrid>
                <a:gridCol w="850000"/>
                <a:gridCol w="3350000"/>
                <a:gridCol w="1200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인사 · 지난 시간 복습 · 오늘의 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정답 없는 학습 — 군집·차원축소·이상치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20분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0:25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2·3 k-means · k 고르기 · 계층적·DBSCAN · PCA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25분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4 Colab 실습 STEP 0~12 + 🧩 직접 해보기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55분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 공유 · 퀴즈 · 평가 · 다음 시간 예고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500000"/>
            <a:ext cx="11072000" cy="800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560000"/>
            <a:ext cx="50000" cy="680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600000"/>
            <a:ext cx="10732000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실습 환경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준비물: 구글 계정 + 크롬 브라우저. 노트북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04_비지도학습_실습_colab.ipynb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를 Colab에 업로드해서 씁니다. 데이터는 코드가 직접 만들므로 파일 업로드는 필요 없습니다. 자세한 설명은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04_비지도학습_수업자료.html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지난 시간 복습 — 지금까지는 "정답"이 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2회차 지도학습 · 3회차 모델 평가에서 우리는 늘 정답(y)을 가지고 채점했다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2·3회차에서 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공부시간 → 성적 (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회귀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), 붓꽃 치수 → 품종 (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분류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정답이 있으니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정확도·MAE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채점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훈련/테스트 분리, 교차검증, 하이퍼파라미터 튜닝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오늘의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정답이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없는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데이터는 아무것도 못 배울까?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학생 150명의 생활 시간표만 있다 — "유형"이란 정답은 없다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비슷한 학생끼리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묶어서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유형을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발견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할 수 있을까?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9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396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0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현실의 데이터 대부분은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정답 라벨이 없다.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라벨을 붙이는 데는 사람의 시간과 돈이 든다. 라벨 없이도 데이터의 구조를 찾는 것 — 오늘의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비지도학습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정답 없는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비지도학습이 푸는 세 가지 문제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4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지도학습 vs 비지도학습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생활 속 비지도학습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군집 · 차원 축소 · 이상치 탐지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39646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정답 없는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같은 점들인데, 색(정답)이 있느냐 없느냐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왼쪽은 지도학습의 출발점, 오른쪽이 비지도학습의 출발점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1_sup_vs_un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910" y="1400000"/>
            <a:ext cx="7024180" cy="29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4450000"/>
          <a:ext cx="11072000" cy="1226768"/>
        </p:xfrm>
        <a:graphic>
          <a:graphicData uri="http://schemas.openxmlformats.org/drawingml/2006/table">
            <a:tbl>
              <a:tblPr firstRow="0" bandRow="0"/>
              <a:tblGrid>
                <a:gridCol w="1800000"/>
                <a:gridCol w="4600000"/>
                <a:gridCol w="46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지도학습 (2·3회차)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비지도학습 (오늘)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주어지는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X + 정답 y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X만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y를 맞히는 규칙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X 안의 </a:t>
                      </a:r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구조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(무리·축·이상한 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채점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정확도·MAE로 채점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정답이 없어 </a:t>
                      </a:r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사람이 해석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+ 보조 지표(실루엣)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39646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정답 없는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생활 속 비지도학습 — 이미 매일 쓰고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라벨 없이 "비슷한 것끼리"를 찾는 서비스들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35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355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유튜브·음악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19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시청 기록이 비슷한 사람끼리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묶고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같은 무리가 본 영상을 추천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"취향 유형"이라는 정답은 애초에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400000"/>
            <a:ext cx="35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00" y="1400000"/>
            <a:ext cx="355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0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사진 자동 앨범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1920000"/>
            <a:ext cx="319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얼굴·장소가 비슷한 사진끼리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묶기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누가 누구인지 이름표 없이도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군집화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000" y="1400000"/>
            <a:ext cx="3552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0000" y="1400000"/>
            <a:ext cx="3552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60000" y="1570000"/>
            <a:ext cx="3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카드 부정 결제 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00" y="1920000"/>
            <a:ext cx="3192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평소 결제 패턴에서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동떨어진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결제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"사기"라는 정답은 거의 없음(드묾)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이상치 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00" y="41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0000" y="4160000"/>
            <a:ext cx="50000" cy="28955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000" y="42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공통점: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정답표를 만들 수 없거나 너무 비싸다.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대신 데이터끼리의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거리(비슷함)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를 재서 구조를 찾는다.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39646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정답 없는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비지도학습이 푸는 세 가지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오늘 실습은 군집화가 중심, 차원 축소(PCA)는 군집을 눈으로 보기 위해 사용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680000"/>
        </p:xfrm>
        <a:graphic>
          <a:graphicData uri="http://schemas.openxmlformats.org/drawingml/2006/table">
            <a:tbl>
              <a:tblPr firstRow="0" bandRow="0"/>
              <a:tblGrid>
                <a:gridCol w="1900000"/>
                <a:gridCol w="3200000"/>
                <a:gridCol w="3000000"/>
                <a:gridCol w="2972000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질문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대표 기법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생활 예시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군집화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비슷한 것끼리 몇 무리로 나눌까?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k-means · 계층적 군집 · DBSCAN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학생 생활 유형, 고객 세분화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차원 축소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변수 수십 개를 2~3개 축으로 줄일 수 없을까?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PCA (t-SNE는 이름만)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설문 40문항 → 그림 1장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이상치 탐지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무리에서 동떨어진 점은?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거리 기반, DBSCAN의 잡음(−1)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카드 부정 결제, 센서 고장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6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66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7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세 문제의 공통 재료는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거리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다. "가깝다 = 비슷하다"로 놓고, 가까운 것끼리 묶거나(군집), 가까움을 잘 보존하는 축을 찾거나(차원 축소), 어디서도 먼 점을 찾는다(이상치).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39646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정답 없는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이상치 탐지 — 어느 무리에도 속하지 않는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별표는 보통 데이터에서 멀리 떨어져 있다 → 오류일 수도, 중요한 사건일 수도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8_out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68044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이상치는 버릴까, 살릴까?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입력 실수(키 1700cm)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고치거나 제외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진짜 드문 사건(부정 결제)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가장 중요한 발견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1회차에서 배운 상자그림·표준편차로도 찾을 수 있음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k-means는 이상치에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민감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중심이 끌려감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200000"/>
            <a:ext cx="5400000" cy="619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26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4300000"/>
            <a:ext cx="5060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실습 STEP 12의 DBSCAN은 어디에도 못 끼는 점을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−1(잡음)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로 표시한다 — 이상치 탐지를 덤으로 해 주는 셈.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k-means와 k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가장 많이 쓰는 군집 알고리즘을 손으로 따라가기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k-means 4단계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왜 표준화가 필요한가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엘보 곡선 · 실루엣 점수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군집 해석: 이름 붙이기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77974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k-means와 k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k-means — 중심을 놓고, 배정하고, 옮기고,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k = 군집 개수, means = 평균. "중심을 평균으로 옮긴다"가 이름의 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2_kmeans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11072000" cy="280456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354562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0000" y="4384562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① 초기화
k개 중심을 아무 데나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3000" y="4354562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43000" y="4384562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② 배정
각 점을 가장 가까운 중심으로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000" y="4354562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000" y="4384562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③ 갱신
중심을 그 군집의 평균 위치로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9000" y="4354562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09000" y="4384562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④ 반복
중심이 안 움직이면 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4954562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0000" y="5014562"/>
            <a:ext cx="50000" cy="280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000" y="5054562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처음 중심을 어디 놓느냐에 따라 결과가 달라질 수 있다 → 코드에서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n_init=10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10번 다르게 시작해 가장 촘촘한 결과를 고른다.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77974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k-means와 k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거리로 판단한다 → 단위가 다르면 속는다: 표준화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수면시간(6~8시간)과 독서시간(0~2시간)을 그냥 쓰면 수면시간이 거리를 독차지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5400000" cy="1226768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1000000"/>
                <a:gridCol w="1000000"/>
                <a:gridCol w="2500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학생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독서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거리에 미치는 영향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A–B 차이 2.0 (수면)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A–C 차이 1.8 (독서)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32000" y="1400000"/>
            <a:ext cx="5400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표준화 (StandardScaler)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2000" y="192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각 변수를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(값 − 평균) ÷ 표준편차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로 바꾼다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모든 변수가 평균 0 · 표준편차 1 → 같은 저울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"평균보다 몇 표준편차 위/아래인가"로 읽힘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거리 기반 기법(k-means·kNN·PCA)의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기본 전처리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2900000"/>
            <a:ext cx="5400000" cy="6000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2960000"/>
            <a:ext cx="50000" cy="4800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3000000"/>
            <a:ext cx="5060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B와 C는 A에서 비슷한 거리인데, 독서시간은 원래 범위가 0~2라 "2.0"은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엄청난 차이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다. 원래 단위로는 이 차이가 묻힌다.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300000"/>
            <a:ext cx="11072000" cy="10381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00000" y="4390000"/>
            <a:ext cx="4714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셀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1424" y="4370000"/>
            <a:ext cx="102405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표준화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660000"/>
            <a:ext cx="10752000" cy="6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from sklearn.preprocessing import StandardScaler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Xs = StandardScaler().fit_transform(students)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열마다 (값-평균)/표준편차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print(Xs.mean(axis=0).round(2), Xs.std(axis=0).round(2))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→ 모두 0, 모두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77974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k-means와 k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k는 몇 개? ① 엘보 곡선 — 꺾이는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inertia = 각 점에서 자기 중심까지 거리²의 합. k를 늘리면 늘 줄지만, 진짜 덩어리 수를 넘으면 조금만 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3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47933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232000" y="14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2000" y="19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k=1→2→3→4: 19,954 → 9,416 → 2,110 → 565 (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확 줄어듦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k=4→5→6: 565 → 512 → 461 (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조금씩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팔꿈치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k=4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꺾임이 애매할 때가 많다 → 실루엣과 같이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100000"/>
            <a:ext cx="5400000" cy="6000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160000"/>
            <a:ext cx="50000" cy="480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4200000"/>
            <a:ext cx="5060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inertia가 가장 작은 k를 고르면 안 된다 — k=점 개수일 때 0이 되니까.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꺾이는 지점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이 답이다.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77974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k-means와 k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k는 몇 개? ② 실루엣 점수 — 가장 높은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점 하나의 실루엣 = "다른 군집까지 거리 − 내 군집 안 거리"를 −1~1로. 전체 평균이 실루엣 점수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4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47933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1에 가까움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내 군집에 딱 붙어 있고 다른 군집과 멀다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0 근처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경계가 애매하다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음수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잘못 배정된 점이 많다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k=2부터 계산 가능(k=1은 불가)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가장 높은 k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엘보와 일치 → 확신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200000"/>
            <a:ext cx="5400000" cy="40002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260000"/>
            <a:ext cx="50000" cy="2800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4300000"/>
            <a:ext cx="5060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실제 데이터에서는 0.2~0.4도 흔하다. 실습의 학생 데이터는 k=3에서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0.49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77974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k-means와 k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군집 번호는 아무 뜻이 없다 — 평균표로 이름을 붙여라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 STEP 9: groupby("군집").mean() — 이 표가 오늘 결과물의 핵심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9300000" cy="1320000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1000000"/>
                <a:gridCol w="1000000"/>
                <a:gridCol w="1000000"/>
                <a:gridCol w="1000000"/>
                <a:gridCol w="1000000"/>
                <a:gridCol w="1000000"/>
                <a:gridCol w="24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군집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게임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SNS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독서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내가 붙인 이름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7.53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2.11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1.01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2.46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3.07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활동·SNS형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5.95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1.47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4.09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1.57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0.32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게임 몰입형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6.61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4.94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1.02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1.35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공부 집중형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1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1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3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해석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3620000"/>
            <a:ext cx="50400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변수마다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평균이 가장 큰 군집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찾는다 (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idxmax()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군집마다 두드러진 변수 1~2개로 이름을 짓는다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이름의 근거는 항상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표의 숫자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31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31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2000" y="3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000" y="3620000"/>
            <a:ext cx="50400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군집 번호(0·1·2)는 실행 환경마다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바뀔 수 있다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번호가 아니라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특징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으로 판단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이름은 해석이지 정답이 아니다 — 다른 이름도 근거가 있으면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다른 기법과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k-means가 안 맞는 데이터, 변수가 너무 많은 데이터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계층적 군집 — 덴드로그램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DBSCAN — 이어진 모양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PCA — 축 돌려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목적에 맞는 기법 고르기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53945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다른 기법과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계층적 군집 — 가까운 것부터 차례로 합친 나무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k를 미리 정하지 않는다. 나무를 어느 높이에서 자르느냐가 곧 군집 개수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5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841" y="1400000"/>
            <a:ext cx="5840317" cy="295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처음엔 점 하나하나가 군집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가장 가까운 두 군집을 합친다 → 반복 → 하나가 될 때까지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세로축 =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합쳐질 때의 거리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(높을수록 서로 다른 무리)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2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장단점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장점: 군집의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계층 구조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가 보인다, k를 나중에 정한다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단점: 데이터가 크면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매우 느리다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(실습은 30명만)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method="ward"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퍼짐이 가장 적게 늘어나는 쌍부터 합침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53945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다른 기법과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k-means가 실패하는 모양 — 초승달과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k-means는 "둥근 덩어리"를 가정한다. 길게 이어진 모양은 밀도로 따라가는 DBSCAN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6_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99" y="1400000"/>
            <a:ext cx="7547402" cy="295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DBSCAN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반지름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eps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안에 이웃이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min_samples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개 이상 → 같은 무리로 이어 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k를 정할 필요 없음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어디에도 못 끼는 점은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−1(잡음)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→ 이상치 탐지 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2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약점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eps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를 정하기 어렵다 (실습에서 0.1 / 0.5로 바꿔 보기)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무리마다 촘촘한 정도(밀도)가 다르면 실패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데이터가 매우 크면 느려질 수 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53945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다른 기법과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PCA — 가장 넓게 퍼진 방향으로 축을 돌려 놓기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변수가 6개·40개면 그림을 못 그린다 → 정보를 가장 많이 담는 축 2개만 남긴다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7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548" y="1400000"/>
            <a:ext cx="7168904" cy="295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PC1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데이터가 가장 넓게 퍼진 방향,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PC2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그 다음(직각)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explained_variance_ratio_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각 축이 담는 정보 비율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위 그림: PC1 89% → PC1 하나로 거의 설명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50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5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2000" y="46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무엇에 쓰나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000" y="502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시각화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6차원 학생 데이터 → 2차원 산점도 (다음 슬라이드)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압축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변수 40개 → 축 5개로 줄여 학습 속도 ↑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PCA는 군집을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만들지 않는다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— 군집을 보는 안경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53945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다른 기법과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학생 데이터 6변수 → PCA 2차원 + k-means 3군집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 STEP 10에서 여러분이 직접 그릴 그림. 두 축이 전체 정보의 약 78%를 담는다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pic>
        <p:nvPicPr>
          <p:cNvPr id="8" name="Picture 7" descr="fig09_student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68044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2000" y="1400000"/>
          <a:ext cx="5380000" cy="920076"/>
        </p:xfrm>
        <a:graphic>
          <a:graphicData uri="http://schemas.openxmlformats.org/drawingml/2006/table">
            <a:tbl>
              <a:tblPr firstRow="0" bandRow="0"/>
              <a:tblGrid>
                <a:gridCol w="700000"/>
                <a:gridCol w="780000"/>
                <a:gridCol w="780000"/>
                <a:gridCol w="780000"/>
                <a:gridCol w="780000"/>
                <a:gridCol w="780000"/>
                <a:gridCol w="780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게임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SNS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독서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PC1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0.46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−0.22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−0.26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−0.16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PC2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0.25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−0.55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0.06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−0.15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32000" y="255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255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2000" y="27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축의 뜻 읽기 (components_)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000" y="307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PC1 ↑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운동·SNS·수면이 김 → "활동형" 방향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PC2 ↑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공부·독서 김, 게임 짧음 → "공부형",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PC2 ↓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= "게임형"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그림에서 세 색이 세 방향으로 갈라진 이유가 여기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53945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다른 기법과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목적에 맞는 기법 고르기 — 오늘의 성취기준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"무엇을 찾는가 → 데이터 모양은 → k를 아는가"의 순서로 판단하고 근거를 말한다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08000" cy="900000"/>
          </a:xfrm>
          <a:prstGeom prst="roundRect">
            <a:avLst>
              <a:gd name="adj" fmla="val 12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0000" y="1460000"/>
            <a:ext cx="2588000" cy="7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무엇을 찾나?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무리(군집) / 요약(차원축소)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/ 이상한 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8000" y="1400000"/>
            <a:ext cx="2708000" cy="900000"/>
          </a:xfrm>
          <a:prstGeom prst="roundRect">
            <a:avLst>
              <a:gd name="adj" fmla="val 12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8000" y="1460000"/>
            <a:ext cx="2588000" cy="7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군집이면 k를 아나?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안다 → k-means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모른다 → 계층적·DBSCAN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6000" y="1400000"/>
            <a:ext cx="2708000" cy="900000"/>
          </a:xfrm>
          <a:prstGeom prst="roundRect">
            <a:avLst>
              <a:gd name="adj" fmla="val 12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6000" y="1460000"/>
            <a:ext cx="2588000" cy="7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데이터 모양은?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둥근 덩어리 → k-means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이어진 모양·잡음 → DBSCAN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000" y="1400000"/>
            <a:ext cx="2708000" cy="900000"/>
          </a:xfrm>
          <a:prstGeom prst="roundRect">
            <a:avLst>
              <a:gd name="adj" fmla="val 12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84000" y="1460000"/>
            <a:ext cx="2588000" cy="7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데이터 크기는?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크다 → k-means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작다 → 계층적도 OK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0000" y="2450000"/>
          <a:ext cx="11072000" cy="1650000"/>
        </p:xfrm>
        <a:graphic>
          <a:graphicData uri="http://schemas.openxmlformats.org/drawingml/2006/table">
            <a:tbl>
              <a:tblPr firstRow="0" bandRow="0"/>
              <a:tblGrid>
                <a:gridCol w="1500000"/>
                <a:gridCol w="3000000"/>
                <a:gridCol w="1100000"/>
                <a:gridCol w="2400000"/>
                <a:gridCol w="3072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아이디어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 필요?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잘 맞는 상황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약점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k-means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중심 k개를 반복해서 옮김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둥근 덩어리 · 데이터 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길쭉한 모양·이상치에 약함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계층적 군집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가까운 것부터 합쳐 나무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자르며 결정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작은 데이터 · 계층 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 크면 느림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DBSCAN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eps 안 이웃 수(밀도)로 이어 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불필요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이어진 모양 · 잡음 섞임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eps 정하기 어려움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PCA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가장 넓게 퍼진 방향으로 새 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축 개수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변수 많을 때 요약·시각화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군집을 만들진 않음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0000" y="445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0000" y="4510000"/>
            <a:ext cx="50000" cy="280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000" y="455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실습 직접 해보기 2: "게임 회원 10만 명을 5그룹으로" / "길 따라 이어진 배달 위치" / "설문 40문항을 그림 한 장으로" — 각각 어떤 기법?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이유까지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쓰는 것이 평가 포인트.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Colab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학생 150명 생활 데이터 → 3가지 유형 찾기 (55분)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C0395F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STEP 0~5 연습 데이터 k-means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STEP 6~10 학생 데이터 유형 찾기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STEP 11~12 계층적 · DBSCAN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🧩 직접 해보기 · 📝 제출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안내 — 노트북을 열고 위에서부터 Shift+Enter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colab.research.google.com → 파일 → 노트 업로드 → 04_비지도학습_실습_colab.ipynb · 자세한 설명은 HTML 수업자료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453536"/>
        </p:xfrm>
        <a:graphic>
          <a:graphicData uri="http://schemas.openxmlformats.org/drawingml/2006/table">
            <a:tbl>
              <a:tblPr firstRow="0" bandRow="0"/>
              <a:tblGrid>
                <a:gridCol w="1000000"/>
                <a:gridCol w="3000000"/>
                <a:gridCol w="4500000"/>
                <a:gridCol w="25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하나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도구 불러오기 · 한글 폰트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"설정 완료!" 출력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make_blobs로 점 300개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회색 점 — 덩어리 몇 개로 보이나?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k-means (k=4)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검은 X(중심)가 덩어리 한가운데?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= 2·3·4·6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k-means는 무조건 k개로 나눈다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엘보 곡선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팔꿈치가 k=4?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실루엣 점수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가장 높은 k = 4? 엘보와 일치?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학생 생활 데이터 150명 만들기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describe()로 평균·표준편차 읽기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20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260000"/>
            <a:ext cx="50000" cy="280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30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오류가 나면 ① 위 셀부터 실행했는지 ② 오타 ③ 런타임 → 런타임 다시 시작 후 처음부터. 옆 친구 화면과 군집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번호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가 달라도 정상(색 배정만 다름).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후반 — 학생 데이터 유형 찾기와 기법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결과물은 셀 15의 출력 화면 캡처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3066920"/>
        </p:xfrm>
        <a:graphic>
          <a:graphicData uri="http://schemas.openxmlformats.org/drawingml/2006/table">
            <a:tbl>
              <a:tblPr firstRow="0" bandRow="0"/>
              <a:tblGrid>
                <a:gridCol w="1000000"/>
                <a:gridCol w="3000000"/>
                <a:gridCol w="4500000"/>
                <a:gridCol w="25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하나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표준화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열별 평균 0 · 표준편차 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학생 데이터 k-means + 엘보·실루엣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실루엣 최고 k = 3 · 군집별 50명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군집별 평균표 · 막대그래프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변수마다 가장 긴 군집은?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 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군집에 이름 붙이기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표의 숫자가 근거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PCA 2차원 그림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세 색이 갈라지나? PC1·PC2의 뜻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계층적 군집 덴드로그램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높이 8에서 자르면 3개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초승달: k-means vs DBSCAN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eps 0.1 / 0.5로 바꿔 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14 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상황 3개에 기법 고르기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이유까지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 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제출 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이름·학번·군집 설명·기법 선택 이유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결과물과 평가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 결과 평가 — "비지도학습에 맞는 분석 방법 선택"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제출물 (셀 15 캡처)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선택한 k와 실루엣 점수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군집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이름 3개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+ 각 군집 특징 한 줄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상황별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기법 선택과 이유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군집별 평균표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1500000"/>
        </p:xfrm>
        <a:graphic>
          <a:graphicData uri="http://schemas.openxmlformats.org/drawingml/2006/table">
            <a:tbl>
              <a:tblPr firstRow="0" bandRow="0"/>
              <a:tblGrid>
                <a:gridCol w="1300000"/>
                <a:gridCol w="1400000"/>
                <a:gridCol w="1350000"/>
                <a:gridCol w="1350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우수(3)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보통(2)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노력(1)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결정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엘보+실루엣 두 근거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가지 근거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이유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군집 해석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수치 근거로 이름 3개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이름만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못 붙임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기법 선택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3상황 모두 + 이유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2상황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 이하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오류 없이 제출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 미실행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미제출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3900000"/>
            <a:ext cx="11072000" cy="6000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3960000"/>
            <a:ext cx="50000" cy="480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10732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더 해보기(선택): 네 번째 유형 "휴식형"을 데이터에 추가하고 엘보·실루엣이 k=4를 가리키는지 / DBSCAN에서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noise=0.15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잡음 만들기 /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load_iris()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에 오늘 과정을 적용하고 2회차의 정답(품종)과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pd.crosstab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으로 비교.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정리와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핵심 3줄 · 퀴즈 · 다음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4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퀴즈 3문항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다음 시간: 강화학습 기초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3637333" cy="800000"/>
          </a:xfrm>
          <a:prstGeom prst="roundRect">
            <a:avLst>
              <a:gd name="adj" fmla="val 12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000" y="1460000"/>
            <a:ext cx="3517333" cy="6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비지도학습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정답 없이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무리 · 축 · 이상한 점을 찾는다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7333" y="1400000"/>
            <a:ext cx="3637333" cy="800000"/>
          </a:xfrm>
          <a:prstGeom prst="roundRect">
            <a:avLst>
              <a:gd name="adj" fmla="val 12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37333" y="1460000"/>
            <a:ext cx="3517333" cy="6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k-means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배정 → 평균으로 이동 반복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k는 엘보 · 실루엣, 해석은 평균표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4666" y="1400000"/>
            <a:ext cx="3637333" cy="800000"/>
          </a:xfrm>
          <a:prstGeom prst="roundRect">
            <a:avLst>
              <a:gd name="adj" fmla="val 12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54666" y="1460000"/>
            <a:ext cx="3517333" cy="6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모양·목적에 맞게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k-means / 계층적 /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DBSCAN / PCA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고르고 근거를 말한다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235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235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0000" y="25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기억할 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000" y="287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KMeans(n_clusters=k, n_init=10).fit_predict(X)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silhouette_score(X, labels)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StandardScaler().fit_transform(df)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PCA(n_components=2).fit_transform(Xs)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DBSCAN(eps=0.2, min_samples=5)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2000" y="235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32000" y="235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2000" y="25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자주 하는 실수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000" y="287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표준화 없이 단위가 다른 변수로 k-means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inertia가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가장 작은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k를 고름 (→ 꺾이는 곳!)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군집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번호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에 의미를 부여함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PCA가 군집을 "만든다"고 생각함 (보는 안경일 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— 1분 생각하고 손 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정답은 다음 슬라이드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3550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355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190000" cy="3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k-means의 한 번 반복에서 하는 일을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순서대로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말하면?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(힌트: 두 단계)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400000"/>
            <a:ext cx="3550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00" y="1400000"/>
            <a:ext cx="355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0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1920000"/>
            <a:ext cx="3190000" cy="3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수면시간(6~8)과 독서시간(0~2)으로 k-means를 하기 전에 꼭 해야 할 일은?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(힌트: 거리)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000" y="1400000"/>
            <a:ext cx="3552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0000" y="1400000"/>
            <a:ext cx="355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60000" y="1570000"/>
            <a:ext cx="3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00" y="1920000"/>
            <a:ext cx="3192000" cy="3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배달 주문 위치가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길을 따라 길게 이어진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모양이다. 몰린 구역을 찾을 기법은? 이유는?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(힌트: 둥근가, 이어졌는가)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정답 · 다음 시간 예고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4회차 · 비지도학습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355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00000"/>
            <a:ext cx="355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000" y="1920000"/>
            <a:ext cx="319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① 각 점을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가장 가까운 중심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에 배정 → ② 중심을 배정된 점들의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평균 위치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 옮김. 중심이 안 움직일 때까지 반복.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0" y="1400000"/>
            <a:ext cx="355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0000" y="1400000"/>
            <a:ext cx="355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00000" y="157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1920000"/>
            <a:ext cx="319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표준화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(StandardScaler). 거리 계산에서 범위가 큰 수면시간이 결과를 독차지하지 않도록 평균 0·표준편차 1로 맞춘다.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000" y="1400000"/>
            <a:ext cx="3552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80000" y="1400000"/>
            <a:ext cx="355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0000" y="1570000"/>
            <a:ext cx="3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0000" y="1920000"/>
            <a:ext cx="3192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DBSCAN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. 둥근 덩어리가 아니라 이어진 모양이고 밀도로 구역을 찾는 문제. k-means는 초승달처럼 잘못 자른다.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39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0000" y="396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0000" y="40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다음 시간 (10/27) 5회차 강화학습 기초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정답도 무리도 아닌 "상과 벌"로 배우는 학습. 5×5 미로에서 에이전트가 스스로 길을 찾게 만들고,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보상을 바꾸면 행동이 어떻게 달라지는지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실험한다. 오늘 노트북의 제출 셀 캡처를 잊지 마세요.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